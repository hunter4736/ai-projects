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Carter, Armstrong, Schubert, Johnson &amp; Olah (2019). Activation Atlas. Distill. https://distill.pub/2019/activation-atlas/ — CC-BY 4.0. Figure image obtained from the article's own GitHub repository (distillpub/post--activation-atlas).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Schneider, Lee &amp; Mathis (2023). Learnable latent embeddings for joint behavioural and neural analysis. Nature 617, 360-368. https://doi.org/10.1038/s41586-023-06031-6 — open access CC-BY 4.0. Figure extracted from the authors' official cebra-figures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Roads &amp; Mozer (2019). Obtaining psychological embeddings through joint kernel and metric learning. Behavior Research Methods 51, 2180-2193. https://doi.org/10.3758/s13428-019-01285-3. Visualization from the authors' psiz repository documentation (Apache-2.0).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017520" cy="310896"/>
          </a:xfrm>
          <a:prstGeom prst="roundRect">
            <a:avLst>
              <a:gd name="adj" fmla="val 47059"/>
            </a:avLst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Atlas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 Carter, Zan Armstrong, Ludwig Schubert, Ian Johnson &amp; Chris Olah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95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Distill, 2019 · doi:10.23915/distill.00015 · CC-BY 4.0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think it's showing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64992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this is a map of the activation (embedding) space of the InceptionV1 vision network: activation vectors from a million images are laid out in 2-D (via UMAP), the space is divided into grid cells, and each tile is a synthesized image of what that region of the space “looks for.” Nearby tiles represent similar visual concepts, so you can literally browse the geography of what the network has learned — from animal faces and body parts to textures, water and landscapes.</a:t>
            </a:r>
            <a:endParaRPr lang="en-US" sz="1250" dirty="0"/>
          </a:p>
        </p:txBody>
      </p:sp>
      <p:pic>
        <p:nvPicPr>
          <p:cNvPr id="8" name="Image 0" descr="figures/activation_atlas_mixed4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502920"/>
            <a:ext cx="5760720" cy="57607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activation atlas of layer mixed4c, snapshot from the article's repository (github.com/distillpub/post--activation-atlas).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017520" cy="310896"/>
          </a:xfrm>
          <a:prstGeom prst="roundRect">
            <a:avLst>
              <a:gd name="adj" fmla="val 47059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NEUROSCIENCE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Learnable latent embeddings for joint behavioural and neural analysis (CEBRA)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Steffen Schneider, Jin Hwa Lee &amp; Mackenzie Weygandt Mathis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617, 360–368 (2023) · open access, CC-BY 4.0</a:t>
            </a:r>
            <a:endParaRPr lang="en-US" sz="1150" dirty="0"/>
          </a:p>
        </p:txBody>
      </p:sp>
      <p:pic>
        <p:nvPicPr>
          <p:cNvPr id="6" name="Image 0" descr="figures/cebra_fig2_hippocampus_embed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2514600"/>
            <a:ext cx="11064240" cy="22689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think it's showing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7667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each cloud is the same rat hippocampal population activity embedded into a 3-D latent space by CEBRA (from their Fig. 2). When the embedding is trained with the animal's position as a label (“hypothesis”) — or discovered without labels (“discovery”/“hybrid”) — the neural trajectories organize into a smooth ring-like manifold that tracks where the rat is on the track (color = position/direction). Shuffled controls collapse into an unstructured ball, so the geometry is real signal, not an artifact.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panels of Fig. 2, extracted from the authors' figure-reproduction repository (github.com/AdaptiveMotorControlLab/cebra-figures).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017520" cy="310896"/>
          </a:xfrm>
          <a:prstGeom prst="roundRect">
            <a:avLst>
              <a:gd name="adj" fmla="val 47059"/>
            </a:avLst>
          </a:prstGeom>
          <a:solidFill>
            <a:srgbClr val="BE18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Obtaining psychological embeddings through joint kernel and metric learning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Brett D. Roads &amp; Michael C. Mozer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Research Methods 51, 2180–2193 (2019)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think it's showing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76472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this is a 3-D “psychological embedding” of bird photographs inferred purely from human similarity judgments (which images people group together), using the authors' PsiZ method. Each dot is one bird image, colored by species; images that people perceive as similar land close together, and the species — and larger families like warblers vs. sparrows — form distinct clusters. It's a map of how these birds are organized in our mental representation, not in pixel space.</a:t>
            </a:r>
            <a:endParaRPr lang="en-US" sz="1250" dirty="0"/>
          </a:p>
        </p:txBody>
      </p:sp>
      <p:pic>
        <p:nvPicPr>
          <p:cNvPr id="8" name="Image 0" descr="figures/psiz_birds_embedding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554480"/>
            <a:ext cx="5577840" cy="31873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3-D embedding of the birds-16 dataset, from the authors' PsiZ repository docs (github.com/psiz-org/psiz) — the journal PDF was not reachable from this sandbox, so this author-made visualization stands in for the paper's embedding figures.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Representational Spaces in Science Figures</dc:title>
  <dc:subject>PptxGenJS Presentation</dc:subject>
  <dc:creator>Hunter Smith</dc:creator>
  <cp:lastModifiedBy>Hunter Smith</cp:lastModifiedBy>
  <cp:revision>1</cp:revision>
  <dcterms:created xsi:type="dcterms:W3CDTF">2026-09-28T19:32:19Z</dcterms:created>
  <dcterms:modified xsi:type="dcterms:W3CDTF">2026-09-28T19:32:19Z</dcterms:modified>
</cp:coreProperties>
</file>